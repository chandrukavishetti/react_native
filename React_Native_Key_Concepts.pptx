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  •  TEACHING DECK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Every Mobile Developer Should Know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5029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concept-first walkthrough for developers moving from React to React Native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4963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RN isn't a browser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0" y="24963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styling, hooks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92440" y="24963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Platform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9244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Stack-based routing, iOS vs Android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685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1422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Device Capabilities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camera, storage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0624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34840" y="3685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34840" y="41422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Auth &amp; Performance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4840" y="4480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security, speed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35204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92440" y="36850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92440" y="41422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Shipping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92440" y="4480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Debugging, testing, release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is not a browser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React mental model — components, props, state — but the output is real native UI, not HTML/DOM.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74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(WEB)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 →  Virtual DOM  →  Browser DOM  →  HTML/CSS rendered by the browser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a browser tab. Styling is CSS. Elements are &lt;div&gt;, &lt;span&gt;, &lt;img&gt;.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148840"/>
            <a:ext cx="5074920" cy="3749040"/>
          </a:xfrm>
          <a:prstGeom prst="roundRect">
            <a:avLst>
              <a:gd name="adj" fmla="val 2439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88036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 →  React Reconciler  →  Native UI Modules  →  Real iOS (UIKit) / Android (View) widgets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434340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real native app. Styling is a JS object (Flexbox). Elements are &lt;View&gt;, &lt;Text&gt;, &lt;Image&gt;.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you'll use every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29000" y="16916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container — like &lt;div&gt;. Flex by default.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41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44144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visible text must live inside &lt;Text&gt;.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118104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19125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3191256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local or remote images; needs a size or resizeMode.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86791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4106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3941064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text field — like &lt;input&gt;, but onChangeText gives the string directly.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6908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29000" y="469087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tap handler — like onClick, but touch-aware.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36752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95544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495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5440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29000" y="54406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Virtualized scrolling list — critical for performance on long lists.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layout rules that differ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is always 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is a flex container. No display:flex needed — but the default flex-direction is COLUMN, not row.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659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cascade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1343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don't inherit down the tree (except Text-in-Text). Every component needs its own style prop.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690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pseudo-classes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41655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:hover or :focus. Use Pressable's pressed state and onFocus/onBlur instead.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93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0690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Unitless numbers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41655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px, %, em. Just plain numbers representing density-independent pixels.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what carries over, what's new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ECFD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REACT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useState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useEffect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useContext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useReducer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useRef  (points to native components)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useMemo / useCallback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REACT-NATIVE-SPECIFIC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423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useWindowDimensions()  —  live screen size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useColorScheme()  —  light/dark mode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useFocusEffect()  —  runs on screen focus (nav)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83680" y="3794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useNavigation() / useRoute()  —  from React Navigation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0" y="44348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with pure logic are fully portable between a React web app and a React Native app.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is stack-based, not URL-based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browser, no URL bar, no history API. React Navigation manages a stack of screens instead.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08960" y="26517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11880" y="265176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6517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Tabs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26517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46520" y="265176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517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Stack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0" y="26517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281160" y="265176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6517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Detail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pattern: swap the entire navigator tree based on auth state — isAuthenticated ? &lt;AppTabs/&gt; : &lt;AuthStack/&gt; — rather than protecting individual routes.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navigation.navigate('PolicyDetails', { policyId })   —   deep links can open the app directly on any screen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two platforms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and Android render, permission, and shadow differently — RN gives you APIs to branch when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shadowColor / shadowOffset / shadowOpacity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844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Info.plist permission strings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1513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&amp; Archive via Xcode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7183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SafeAreaView handles the notch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210312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3017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elevation for shadows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75120" y="35844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AndroidManifest.xml permissions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41513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gradlew bundleRelease for the .aab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75120" y="47183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 button / hardware back handling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Platform.OS === 'ios'  ?  ...  :  ...      /      Button.ios.js  +  Button.android.js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device capabilities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with no web equivalent — declared natively, requested at runtime, and gracefully degraded.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3172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0720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photo capture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214884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233172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80720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2152" y="313639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for on-site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214884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91072" y="233172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280720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313639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fingerprint login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60536" y="214884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61704" y="233172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6D5FFD"/>
          </a:solidFill>
          <a:ln/>
        </p:spPr>
      </p:sp>
      <p:sp>
        <p:nvSpPr>
          <p:cNvPr id="19" name="Text 17"/>
          <p:cNvSpPr/>
          <p:nvPr/>
        </p:nvSpPr>
        <p:spPr>
          <a:xfrm>
            <a:off x="9043416" y="280720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43416" y="313639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FCM-driven alerts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9776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5312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/ MMKV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78231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key-value cache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9272" y="37947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39776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445312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02152" y="478231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secure storage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9904" y="37947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39776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445312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478231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awareness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60536" y="37947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F2937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61704" y="397764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6D5FFD"/>
          </a:solidFill>
          <a:ln/>
        </p:spPr>
      </p:sp>
      <p:sp>
        <p:nvSpPr>
          <p:cNvPr id="35" name="Text 33"/>
          <p:cNvSpPr/>
          <p:nvPr/>
        </p:nvSpPr>
        <p:spPr>
          <a:xfrm>
            <a:off x="9043416" y="445312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AppState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43416" y="478231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/ background events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state — one client, one source of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945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(dispatches action)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21945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219456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1945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+ thunk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0" y="21945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35040" y="219456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1945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(Axios + interceptors)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21945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78240" y="2194560"/>
            <a:ext cx="2423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19456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screen calls fetch/axios directly — everything routes through one configured client.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59943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interceptor attaches the auth token to every outgoing call automatically.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35838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2122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interceptor catches 401s, refreshes the token once, and retries transparently.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optional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PII handling mistakes are the most common production incidents in mobile apps.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00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AsyncStorage for tokens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unencrypted disk storage. Use react-native-keychain (OS-level encrypted keystore).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3500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checks are UX only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UI gating never replaces server-side authorization checks.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53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on background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Re-require PIN/biometric auth after the app returns from background.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2519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453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PII from logs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493776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fields like ID numbers and bank details before sending to crash reporting.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essentials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FlatList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.map() in ScrollView — virtualizes rows, renders only what's visible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92024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194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useCallback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4840" y="28346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renderItem &amp; handlers passed to list rows — prevents wasteful re-renders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92024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194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getItemLayout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92440" y="28346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row measurement — big win on long lists (100s of rows)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watch: inline arrow functions in renderItem, unnecessary re-renders from unmemoized context values, and large unoptimized images.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 you'll live in daily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80000"/>
            </a:avLst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783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97680" y="17830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 bundler — RN's equivalent of Webpack/Vite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80000"/>
            </a:avLst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297680" y="27432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component tree &amp; props/state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749040"/>
            <a:ext cx="457200" cy="457200"/>
          </a:xfrm>
          <a:prstGeom prst="roundRect">
            <a:avLst>
              <a:gd name="adj" fmla="val 80000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703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Flipper / React Native DevTools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297680" y="3703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layout &amp; native log inspector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709160"/>
            <a:ext cx="457200" cy="457200"/>
          </a:xfrm>
          <a:prstGeom prst="roundRect">
            <a:avLst>
              <a:gd name="adj" fmla="val 80000"/>
            </a:avLst>
          </a:prstGeom>
          <a:solidFill>
            <a:srgbClr val="6D5FFD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663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Testing Library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97680" y="46634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component tests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React brain,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native rules.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hooks, and state management transfer directly. Layout defaults, navigation, permissions, storage, and shipping are where React Native earns its own rulebook.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5029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2026-07-10T06:19:11Z</dcterms:created>
  <dcterms:modified xsi:type="dcterms:W3CDTF">2026-07-10T06:19:11Z</dcterms:modified>
</cp:coreProperties>
</file>